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875437bd14abf" /><Relationship Type="http://schemas.openxmlformats.org/officeDocument/2006/relationships/extended-properties" Target="/docProps/app.xml" Id="R8c8e18a631fb429e" /><Relationship Type="http://schemas.openxmlformats.org/officeDocument/2006/relationships/officeDocument" Target="/ppt/presentation.xml" Id="Rc7fc9abef1f5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5f26a5d6c64027"/>
  </p:sldMasterIdLst>
  <p:notesMasterIdLst>
    <p:notesMasterId xmlns:r="http://schemas.openxmlformats.org/officeDocument/2006/relationships" r:id="R3e305399c4ad4dd8"/>
  </p:notesMasterIdLst>
  <p:sldIdLst>
    <p:sldId xmlns:r="http://schemas.openxmlformats.org/officeDocument/2006/relationships" id="256" r:id="R4927f5bc205340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861e633b4466a" /><Relationship Type="http://schemas.openxmlformats.org/officeDocument/2006/relationships/slideMaster" Target="/ppt/slideMasters/slideMaster1.xml" Id="R725f26a5d6c64027" /><Relationship Type="http://schemas.openxmlformats.org/officeDocument/2006/relationships/notesMaster" Target="/ppt/notesMasters/notesMaster1.xml" Id="R3e305399c4ad4dd8" /><Relationship Type="http://schemas.openxmlformats.org/officeDocument/2006/relationships/presProps" Target="/ppt/presProps.xml" Id="R4e5352d6eacf46ab" /><Relationship Type="http://schemas.openxmlformats.org/officeDocument/2006/relationships/viewProps" Target="/ppt/viewProps.xml" Id="Rc56f6a614c874af2" /><Relationship Type="http://schemas.openxmlformats.org/officeDocument/2006/relationships/tableStyles" Target="/ppt/tableStyles.xml" Id="R3d762a85e83044b9" /><Relationship Type="http://schemas.openxmlformats.org/officeDocument/2006/relationships/slide" Target="/ppt/slides/slide1.xml" Id="R4927f5bc2053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45784693845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df8651d444400a" /><Relationship Type="http://schemas.openxmlformats.org/officeDocument/2006/relationships/notesMaster" Target="/ppt/notesMasters/notesMaster1.xml" Id="Rf0349fdd68ad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a20ae445249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343b04471447fc" /><Relationship Type="http://schemas.openxmlformats.org/officeDocument/2006/relationships/slideLayout" Target="/ppt/slideLayouts/slideLayout1.xml" Id="R38a0bb44b49347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0bb44b49347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848544cee4afb" /><Relationship Type="http://schemas.openxmlformats.org/officeDocument/2006/relationships/notesSlide" Target="/ppt/notesSlides/notesSlide1.xml" Id="R20aeaf02fe5e44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21133-4145-42DD-AB16-0085D63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762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344"/>
          </a:solidFill>
          <a:ln xmlns:a="http://schemas.openxmlformats.org/drawingml/2006/main" w="19050">
            <a:solidFill>
              <a:srgbClr val="6EE7F9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 Text setter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DB79B-8D69-4BE7-A3A1-79382B8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62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344"/>
          </a:solidFill>
          <a:ln xmlns:a="http://schemas.openxmlformats.org/drawingml/2006/main" w="19050">
            <a:solidFill>
              <a:srgbClr val="6EE7F9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第二行</a:t>
            </a:r>
          </a:p>
          <a:p xmlns:a="http://schemas.openxmlformats.org/drawingml/2006/main">
            <a:r>
              <a:rPr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多行文本</a:t>
            </a:r>
          </a:p>
        </p:txBody>
      </p:sp>
    </p:spTree>
    <p:extLst>
      <p:ext uri="{BB962C8B-B14F-4D97-AF65-F5344CB8AC3E}">
        <p14:creationId xmlns:p14="http://schemas.microsoft.com/office/powerpoint/2010/main" val="466563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2026-06-08T01:18:12.9100000Z</dcterms:created>
  <dcterms:modified xsi:type="dcterms:W3CDTF">2026-06-08T01:18:12.9100000Z</dcterms:modified>
</coreProperties>
</file>